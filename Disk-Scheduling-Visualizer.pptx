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Total head movement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seek (cylinders)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F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9F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8F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SSTF</c:v>
                  </c:pt>
                  <c:pt idx="2">
                    <c:v>SCAN</c:v>
                  </c:pt>
                  <c:pt idx="3">
                    <c:v>C-SCAN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640</c:v>
                </c:pt>
                <c:pt idx="1">
                  <c:v>236</c:v>
                </c:pt>
                <c:pt idx="2">
                  <c:v>331</c:v>
                </c:pt>
                <c:pt idx="3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B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title. Say: today we will show why disk scheduling matters, how four classic algorithms differ, and then run a live demo of our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hard disk head must physically move to each requested cylinder. That movement, called seek time, is the slowest part of a disk access. When many requests wait in a queue, the order we serve them in changes the total head travel a lot. Our project makes that difference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card. FCFS is fair but wasteful. SSTF is greedy and can starve far requests. SCAN is the elevator: it sweeps to one end and comes back. C-SCAN only serves in one direction and jumps back, so waiting times are more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textbook example: queue 98, 183, 37, 122, 14, 124, 65, 67, head at 53, 200 cylinders, moving upward. SSTF gives the lowest total here. SCAN is 331. C-SCAN is 382 if you count the return jump, and 183 of actual serving travel if you do not. Our app lets you toggle that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a single-page web application with a clear separation: the UI collects input, a validator checks it, pure algorithm functions compute the path, and the renderer draws charts and tables. Because the algorithms are pure functions, they are easy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what is user defined: everything is configurable. Mention the animated replay and the automatic best-algorithm highlight. Add any extra feature your team builds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the algorithms against the known textbook answers, then tested edge cases and invalid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who benefits: students and teachers get a clearer way to learn; system designers can compare policies quickly. The same ideas apply to storage tuning, databases and cloud storage 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web app. Run the default example, then change the head position and direction, and show how the winner can change.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Scheduling Algorithm Visualizer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simulator comparing FCFS, SSTF, SCAN and C-SCAN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188720" cy="7315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3383280"/>
            <a:ext cx="1188720" cy="73152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3383280"/>
            <a:ext cx="1188720" cy="73152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3383280"/>
            <a:ext cx="1188720" cy="73152"/>
          </a:xfrm>
          <a:prstGeom prst="rect">
            <a:avLst/>
          </a:prstGeom>
          <a:solidFill>
            <a:srgbClr val="5A8F4A"/>
          </a:solidFill>
          <a:ln w="12700">
            <a:solidFill>
              <a:srgbClr val="5A8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Members  |  Date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time dominates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head across cylinders is far slower than reading data. Less movement means faster disk access.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371600"/>
            <a:ext cx="73152" cy="237744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requests can cost 640 or 236 cylinders of travel, depending only on the order served.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371600"/>
            <a:ext cx="73152" cy="2377440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in text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show numbers and static diagrams. Students need to compare algorithms interactively.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web app where you enter any request queue and instantly see and compare how each algorithm behaves.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algorithms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280160"/>
            <a:ext cx="73152" cy="150876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requests in arrival order. Simple and fair, but head movement can be large.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280160"/>
            <a:ext cx="73152" cy="150876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SSTF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picks the nearest pending request. Low seek total, but far requests can starve.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(elevator)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to the disk end, then reverses. Bounded waiting time for every request.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5A8F4A"/>
          </a:solidFill>
          <a:ln w="12700">
            <a:solidFill>
              <a:srgbClr val="5A8F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C-SCAN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one way, jumps back to the start, sweeps again. More uniform waiting.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943600" y="1280160"/>
            <a:ext cx="73152" cy="338328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72200" y="1389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78308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98, 183, 37, 122, 14, 124, 65, 67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53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Cylinders: 200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upward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C-SCAN jump counted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73736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737360"/>
            <a:ext cx="73152" cy="210312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head, cylinders, direction, options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48840" y="173736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8840" y="1737360"/>
            <a:ext cx="73152" cy="210312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7744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24028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format checks with clear errors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86200" y="173736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86200" y="1737360"/>
            <a:ext cx="73152" cy="2103120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224028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SSTF, SCAN, C-SCAN as pure functions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623560" y="173736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23560" y="1737360"/>
            <a:ext cx="73152" cy="2103120"/>
          </a:xfrm>
          <a:prstGeom prst="rect">
            <a:avLst/>
          </a:prstGeom>
          <a:solidFill>
            <a:srgbClr val="5A8F4A"/>
          </a:solidFill>
          <a:ln w="12700">
            <a:solidFill>
              <a:srgbClr val="5A8F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224028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average seek, time in ms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360920" y="173736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60920" y="1737360"/>
            <a:ext cx="73152" cy="210312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224028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head path, bars, table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HTML, CSS, JavaScript, SVG charts. No server needed.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innovation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280160"/>
            <a:ext cx="73152" cy="150876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user defined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queue, head position, disk size, direction, algorithms to compare, seek time per cylinder.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280160"/>
            <a:ext cx="73152" cy="1508760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head path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draws the path step by step, with a replay speed setting.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5A8F4A"/>
          </a:solidFill>
          <a:ln w="12700">
            <a:solidFill>
              <a:srgbClr val="5A8F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bar chart and table show total, average and percentage vs a baseline.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insight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algorithm for your queue is highlighted, with a note on starvation and fairness.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 queue, FCFS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 queue, SSTF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 queue, SCAN upward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that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at last cylinder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errors, valid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out of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Result column with your own final test runs before presenting.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280160"/>
            <a:ext cx="73152" cy="2468880"/>
          </a:xfrm>
          <a:prstGeom prst="rect">
            <a:avLst/>
          </a:prstGeom>
          <a:solidFill>
            <a:srgbClr val="2A7F9E"/>
          </a:solidFill>
          <a:ln w="12700">
            <a:solidFill>
              <a:srgbClr val="2A7F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hard operating systems topic visual. Useful in classrooms and self study.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280160"/>
            <a:ext cx="73152" cy="2468880"/>
          </a:xfrm>
          <a:prstGeom prst="rect">
            <a:avLst/>
          </a:prstGeom>
          <a:solidFill>
            <a:srgbClr val="E09F1F"/>
          </a:solidFill>
          <a:ln w="12700">
            <a:solidFill>
              <a:srgbClr val="E09F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7830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system designers test scheduling policies before choosing one for a storage workload.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280160"/>
            <a:ext cx="73152" cy="2468880"/>
          </a:xfrm>
          <a:prstGeom prst="rect">
            <a:avLst/>
          </a:prstGeom>
          <a:solidFill>
            <a:srgbClr val="5A8F4A"/>
          </a:solidFill>
          <a:ln w="12700">
            <a:solidFill>
              <a:srgbClr val="5A8F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17830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grow to LOOK, C-LOOK, SSD models and live request traces.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head movements means lower latency and less wear on mechanical disks.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queue, run all four algorithms, compare the results.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add your repository link here   |   Thank you.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 Scheduling Algorithm Visualizer</dc:title>
  <dc:subject>PptxGenJS Presentation</dc:subject>
  <dc:creator>PptxGenJS</dc:creator>
  <cp:lastModifiedBy>PptxGenJS</cp:lastModifiedBy>
  <cp:revision>1</cp:revision>
  <dcterms:created xsi:type="dcterms:W3CDTF">2026-10-17T05:10:37Z</dcterms:created>
  <dcterms:modified xsi:type="dcterms:W3CDTF">2026-10-17T05:10:37Z</dcterms:modified>
</cp:coreProperties>
</file>